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Filtro de Kalman: 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Estimador recursivo para sistemas dinámicos lineales</a:t>
            </a:r>
          </a:p>
          <a:p>
            <a:r>
              <a:t>• Combina modelo de evolución y observaciones ruidosas</a:t>
            </a:r>
          </a:p>
          <a:p>
            <a:r>
              <a:t>• Aplica en robótica, meteorología, navegación, etc.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del sistema dinámico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Estado y evolución en el tiempo:</a:t>
            </a:r>
          </a:p>
          <a:p/>
          <a:p>
            <a:r>
              <a:t>xₖ = F·xₖ₋₁ + wₖ</a:t>
            </a:r>
          </a:p>
          <a:p>
            <a:r>
              <a:t>wₖ ~ N(0, Q)</a:t>
            </a:r>
          </a:p>
          <a:p/>
          <a:p>
            <a:r>
              <a:t>yₖ = H·xₖ + vₖ</a:t>
            </a:r>
          </a:p>
          <a:p>
            <a:r>
              <a:t>vₖ ~ N(0, 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de Predicción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Predicción del estado y de la covarianza:</a:t>
            </a:r>
          </a:p>
          <a:p/>
          <a:p>
            <a:r>
              <a:t>x̂ₖ⁻ = F·x̂ₖ₋₁</a:t>
            </a:r>
          </a:p>
          <a:p>
            <a:r>
              <a:t>Pₖ⁻ = F·Pₖ₋₁·Fᵀ + 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de Actualización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 Incorporación de observación:</a:t>
            </a:r>
          </a:p>
          <a:p/>
          <a:p>
            <a:r>
              <a:t>yₖ = zₖ - H·x̂ₖ⁻</a:t>
            </a:r>
          </a:p>
          <a:p>
            <a:r>
              <a:t>Sₖ = H·Pₖ⁻·Hᵀ + R</a:t>
            </a:r>
          </a:p>
          <a:p>
            <a:r>
              <a:t>Kₖ = Pₖ⁻·Hᵀ·Sₖ⁻¹</a:t>
            </a:r>
          </a:p>
          <a:p/>
          <a:p>
            <a:r>
              <a:t>x̂ₖ = x̂ₖ⁻ + Kₖ·yₖ</a:t>
            </a:r>
          </a:p>
          <a:p>
            <a:r>
              <a:t>Pₖ = (I - Kₖ·H)·Pₖ⁻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Interpretación de la Ganancia de Kalman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 determina cuánto confiar en el modelo vs. observación</a:t>
            </a:r>
          </a:p>
          <a:p>
            <a:r>
              <a:t>• R pequeña → observación confiable → K grande</a:t>
            </a:r>
          </a:p>
          <a:p>
            <a:r>
              <a:t>• P pequeña → modelo confiable → K pequeño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Coche en Movimiento (1D)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Estado: posición y velocidad</a:t>
            </a:r>
          </a:p>
          <a:p>
            <a:r>
              <a:t>Modelo F = [[1, Δt], [0, 1]]</a:t>
            </a:r>
          </a:p>
          <a:p>
            <a:r>
              <a:t>Medimos solo posición → H = [1, 0]</a:t>
            </a:r>
          </a:p>
          <a:p>
            <a:r>
              <a:t>Inicializamos x̂₀, P₀, definimos Q, 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Simulación del Filtro de Kalman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749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Simulación del Filtro de Kalman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174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Simulación del Filtro de Kalman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013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