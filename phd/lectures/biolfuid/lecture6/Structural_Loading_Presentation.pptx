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Structural Loading on Appendages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Lift, Bending, and Torsion in Natural Flyers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how nature handles aerodynamic forces</a:t>
            </a:r>
          </a:p>
          <a:p>
            <a:r>
              <a:t>- Design better flying machines</a:t>
            </a:r>
          </a:p>
          <a:p>
            <a:r>
              <a:t>- Predict and prevent structural 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Propulsive Appendages in Nature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Fish fins, bird wings, insect wings</a:t>
            </a:r>
          </a:p>
          <a:p>
            <a:r>
              <a:t>- Provide thrust and control</a:t>
            </a:r>
          </a:p>
          <a:p>
            <a:r>
              <a:t>- Need to balance strength and flexibility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Gliding Ray and Lift Distribution</a:t>
            </a:r>
          </a:p>
        </p:txBody>
      </p:sp>
      <p:pic>
        <p:nvPicPr>
          <p:cNvPr id="3" name="Picture 2" descr="Screenshot 2025-06-30 at 11.07.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86819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Effects: Root and Tip Vortices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 wings aren't infinite</a:t>
            </a:r>
          </a:p>
          <a:p>
            <a:r>
              <a:t>- Vortices form at tips and roots</a:t>
            </a:r>
          </a:p>
          <a:p>
            <a:r>
              <a:t>- Lift changes along the span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Bio-Inspired Propulsion</a:t>
            </a:r>
          </a:p>
        </p:txBody>
      </p:sp>
      <p:pic>
        <p:nvPicPr>
          <p:cNvPr id="3" name="Picture 2" descr="Screenshot 2025-06-30 at 19.55.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66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Structural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Wings split into 2D slices</a:t>
            </a:r>
          </a:p>
          <a:p>
            <a:r>
              <a:t>- Forces: lift, drag, normal, axial</a:t>
            </a:r>
          </a:p>
          <a:p>
            <a:r>
              <a:t>- Moments: bending (flap/edge) and torsion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Force Components on a Section</a:t>
            </a:r>
          </a:p>
        </p:txBody>
      </p:sp>
      <p:pic>
        <p:nvPicPr>
          <p:cNvPr id="3" name="Picture 2" descr="Screenshot 2025-06-30 at 19.55.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26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Albatross Takeoff Scenario</a:t>
            </a:r>
          </a:p>
        </p:txBody>
      </p:sp>
      <p:pic>
        <p:nvPicPr>
          <p:cNvPr id="3" name="Picture 2" descr="Screenshot 2025-06-30 at 19.55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484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Takeoff Modeling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geometry and airspeed</a:t>
            </a:r>
          </a:p>
          <a:p>
            <a:r>
              <a:t>- Apply known coefficients (C_L, C_D)</a:t>
            </a:r>
          </a:p>
          <a:p>
            <a:r>
              <a:t>- Compute flapwise, edgewise, and torsional moments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